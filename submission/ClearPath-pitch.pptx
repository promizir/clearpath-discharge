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ClearPath — AMD-assisted discharge coordination</a:t>
            </a:r>
          </a:p>
          <a:p>
            <a:r>
              <a:t>One reviewable workflow for drafts, approvals, and findings.</a:t>
            </a:r>
          </a:p>
          <a:p>
            <a:r>
              <a:t>Synthetic-data prototype · Human approval remains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for the discharge coordinator</a:t>
            </a:r>
          </a:p>
          <a:p>
            <a:r>
              <a:t>Clinical documentation, pharmacy, and billing depend on shared information.</a:t>
            </a:r>
          </a:p>
          <a:p>
            <a:r>
              <a:t>A corrected draft can make earlier approvals and findings outdated.</a:t>
            </a:r>
          </a:p>
          <a:p>
            <a:r>
              <a:t>Coordinators need to see what is current and what still needs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explicit sequence with visible outcomes</a:t>
            </a:r>
          </a:p>
          <a:p>
            <a:r>
              <a:t>1  Generate a draft with DeepSeek-V4-Flash through the configured AMD API.</a:t>
            </a:r>
          </a:p>
          <a:p>
            <a:r>
              <a:t>2  Approve the specific revision under review.</a:t>
            </a:r>
          </a:p>
          <a:p>
            <a:r>
              <a:t>3  Run independent pharmacy and billing checks concurrently.</a:t>
            </a:r>
          </a:p>
          <a:p>
            <a:r>
              <a:t>4  Return findings for human review; persist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AMD-assisted run · synthetic patient</a:t>
            </a:r>
          </a:p>
          <a:p>
            <a:r>
              <a:t>AMD-assisted draft reviewed before independent checks.</a:t>
            </a:r>
          </a:p>
          <a:p>
            <a:r>
              <a:t>Deterministic MCP tools return pharmacy and billing findings.</a:t>
            </a:r>
          </a:p>
          <a:p>
            <a:r>
              <a:t>Human-review packet. No autonomous discharge clearance.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Traceable state changes are the core of the prototype</a:t>
            </a:r>
          </a:p>
          <a:p>
            <a:r>
              <a:t>Edits invalidate the previous approval and stored findings.</a:t>
            </a:r>
          </a:p>
          <a:p>
            <a:r>
              <a:t>Revision checks reject results that became stale while workers ran.</a:t>
            </a:r>
          </a:p>
          <a:p>
            <a:r>
              <a:t>SQLite restores saved snapshots after restart.</a:t>
            </a:r>
          </a:p>
          <a:p>
            <a:r>
              <a:t>Interrupted work becomes a visible failure and can be retried.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DeepSeek-V4-Flash → human review → deterministic MCP checks</a:t>
            </a:r>
          </a:p>
          <a:p>
            <a:r>
              <a:t>A live configured AMD endpoint call was verified using synthetic data.</a:t>
            </a:r>
          </a:p>
          <a:p>
            <a:r>
              <a:t>FastAPI + Pydantic: validated requests and structured results.</a:t>
            </a:r>
          </a:p>
          <a:p>
            <a:r>
              <a:t>FastMCP + asyncio: concurrent pharmacy and billing rule checks.</a:t>
            </a:r>
          </a:p>
          <a:p>
            <a:r>
              <a:t>SQLite: persist the latest workflow snapshot and its revision.</a:t>
            </a:r>
          </a:p>
          <a:p>
            <a:r>
              <a:t>Evidence: submission/amd-execution-evidence.json records one successful configured API response using DeepSeek-V4-Flash. Endpoint: https://developer.amd.com.cn/radeon/api/v1. This is not hardware attestation or a clinical performance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working foundation with an honest scope</a:t>
            </a:r>
          </a:p>
          <a:p>
            <a:r>
              <a:t>Today: AMD-assisted drafting, synthetic records, simulated approval.</a:t>
            </a:r>
          </a:p>
          <a:p>
            <a:r>
              <a:t>Next: authenticated reviewers and validated EHR / insurer integrations.</a:t>
            </a:r>
          </a:p>
          <a:p>
            <a:r>
              <a:t>Next: clinical evaluation, multimodal inputs, and a complete audit history.</a:t>
            </a:r>
          </a:p>
          <a:p>
            <a:r>
              <a:t>A successful endpoint call demonstrates integration, not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01 / TRACK 2 — HEALTH AND WELLBEING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A clearer path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to discharge.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ClearPath — AMD-assisted discharge coordination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One reviewable workflow for drafts, approvals, and findings.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Synthetic-data prototype · Human approval remains explicit.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A change should not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leave approval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Built for the discharge coordinator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Clinical documentation, pharmacy, and billing depend on shared information.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A corrected draft can make earlier approvals and findings outdated.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416552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97680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Coordinators need to see what is current and what still needs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03 /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Review once.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Check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An explicit sequence with visible 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1  Generate a draft with DeepSeek-V4-Flash through the configured AMD API.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2  Approve the specific revision under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416552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97680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3  Run independent pharmacy and billing checks concurrently.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937760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18888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4  Return findings for human review; persist the workflow.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04 /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078992"/>
            <a:ext cx="3383280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0">
                <a:solidFill>
                  <a:srgbClr val="152C3B"/>
                </a:solidFill>
                <a:latin typeface="Georgia"/>
              </a:defRPr>
            </a:pPr>
            <a:r>
              <a:t>A real workflow.</a:t>
            </a:r>
          </a:p>
          <a:p>
            <a:pPr>
              <a:defRPr sz="3000" b="0">
                <a:solidFill>
                  <a:srgbClr val="152C3B"/>
                </a:solidFill>
                <a:latin typeface="Georgia"/>
              </a:defRPr>
            </a:pPr>
            <a:r>
              <a:t>Visible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423160"/>
            <a:ext cx="33375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52646B"/>
                </a:solidFill>
                <a:latin typeface="Aptos"/>
              </a:defRPr>
            </a:pPr>
            <a:r>
              <a:t>Actual AMD-assisted run · synthetic patient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2841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218688"/>
            <a:ext cx="32004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52C3B"/>
                </a:solidFill>
                <a:latin typeface="Aptos"/>
              </a:defRPr>
            </a:pPr>
            <a:r>
              <a:t>AMD-assisted draft reviewed before independent checks.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4178808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069080"/>
            <a:ext cx="32004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52C3B"/>
                </a:solidFill>
                <a:latin typeface="Aptos"/>
              </a:defRPr>
            </a:pPr>
            <a:r>
              <a:t>Deterministic MCP tools return pharmacy and billing findings.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5029200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919472"/>
            <a:ext cx="3200400" cy="777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52C3B"/>
                </a:solidFill>
                <a:latin typeface="Aptos"/>
              </a:defRPr>
            </a:pPr>
            <a:r>
              <a:t>Human-review packet. No autonomous discharge clearance.</a:t>
            </a:r>
          </a:p>
        </p:txBody>
      </p:sp>
      <p:pic>
        <p:nvPicPr>
          <p:cNvPr id="12" name="Picture 11" descr="04-amd-review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48640"/>
            <a:ext cx="6949440" cy="653247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05 /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Every result belongs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to a revision.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Traceable state changes are the core of the prototype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Edits invalidate the previous approval and stored findings.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Revision checks reject results that became stale while workers ran.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416552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97680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SQLite restores saved snapshots after restart.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937760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18888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Interrupted work becomes a visible failure and can be retried.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06 / THE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AMD drafts.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Rules check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DeepSeek-V4-Flash → human review → deterministic MCP checks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A live configured AMD endpoint call was verified using synthetic data.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FastAPI + Pydantic: validated requests and structured results.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416552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97680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FastMCP + asyncio: concurrent pharmacy and billing rule checks.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937760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18888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SQLite: persist the latest workflow snapshot and its revision.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33504" y="0"/>
            <a:ext cx="164592" cy="68580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9768"/>
            <a:ext cx="100584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 b="1">
                <a:solidFill>
                  <a:srgbClr val="087F72"/>
                </a:solidFill>
                <a:latin typeface="Aptos"/>
              </a:defRPr>
            </a:pPr>
            <a:r>
              <a:t>07 /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14400"/>
            <a:ext cx="10789920" cy="1737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Coordinate first.</a:t>
            </a:r>
          </a:p>
          <a:p>
            <a:pPr>
              <a:defRPr sz="4700" b="0">
                <a:solidFill>
                  <a:srgbClr val="152C3B"/>
                </a:solidFill>
                <a:latin typeface="Georgia"/>
              </a:defRPr>
            </a:pPr>
            <a:r>
              <a:t>Validate before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697480"/>
            <a:ext cx="10789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900" b="0">
                <a:solidFill>
                  <a:srgbClr val="52646B"/>
                </a:solidFill>
                <a:latin typeface="Aptos"/>
              </a:defRPr>
            </a:pPr>
            <a:r>
              <a:t>A working foundation with an honest scope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3374136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Today: AMD-assisted drafting, synthetic records, simulated approval.</a:t>
            </a:r>
          </a:p>
        </p:txBody>
      </p:sp>
      <p:sp>
        <p:nvSpPr>
          <p:cNvPr id="8" name="Oval 7"/>
          <p:cNvSpPr/>
          <p:nvPr/>
        </p:nvSpPr>
        <p:spPr>
          <a:xfrm>
            <a:off x="649224" y="3895344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Next: authenticated reviewers and validated EHR / insurer integrations.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416552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97680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Next: clinical evaluation, multimodal inputs, and a complete audit history.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937760"/>
            <a:ext cx="73152" cy="73152"/>
          </a:xfrm>
          <a:prstGeom prst="ellipse">
            <a:avLst/>
          </a:prstGeom>
          <a:solidFill>
            <a:srgbClr val="D5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18888"/>
            <a:ext cx="1042416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152C3B"/>
                </a:solidFill>
                <a:latin typeface="Aptos"/>
              </a:defRPr>
            </a:pPr>
            <a:r>
              <a:t>A successful endpoint call demonstrates integration, not clinical validation.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6254496"/>
            <a:ext cx="10917936" cy="9144"/>
          </a:xfrm>
          <a:prstGeom prst="rect">
            <a:avLst/>
          </a:prstGeom>
          <a:solidFill>
            <a:srgbClr val="D3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6419088"/>
            <a:ext cx="914400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CLEARPATH / DISCHARGE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0">
                <a:solidFill>
                  <a:srgbClr val="52646B"/>
                </a:solidFill>
                <a:latin typeface="Aptos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